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/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Introduction</a:t>
            </a:r>
          </a:p>
          <a:p>
            <a:pPr>
              <a:defRPr sz="1800">
                <a:latin typeface="Arial"/>
              </a:defRPr>
            </a:pPr>
            <a:r>
              <a:t>Main Content</a:t>
            </a:r>
          </a:p>
          <a:p>
            <a:pPr>
              <a:defRPr sz="1800">
                <a:latin typeface="Arial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